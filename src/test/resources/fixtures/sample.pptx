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mtClean="0"/>
              <a:t>Click to edit Master text styles</a:t>
            </a:r>
          </a:p>
          <a:p>
            <a:pPr marL="457200"/>
            <a:r>
              <a:rPr lang="en-US" smtClean="0"/>
              <a:t>Second level</a:t>
            </a:r>
          </a:p>
          <a:p>
            <a:pPr marL="914400"/>
            <a:r>
              <a:rPr lang="en-US" smtClean="0"/>
              <a:t>Third level</a:t>
            </a:r>
          </a:p>
          <a:p>
            <a:pPr marL="1371600"/>
            <a:r>
              <a:rPr lang="en-US" smtClean="0"/>
              <a:t>Fourth level</a:t>
            </a:r>
          </a:p>
          <a:p>
            <a:pPr marL="1828800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Kom ihåg att citera källan.</a:t>
            </a:r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Översikt</a:t>
            </a:r>
            <a:endParaRPr lang="en-US"/>
          </a:p>
        </p:txBody>
      </p:sp>
      <p:sp>
        <p:nvSpPr>
          <p:cNvPr name="TextBox 3" id="3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Två överföringar i ärendet.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Bilaga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2020-01-01T00:00:00Z</dcterms:created>
  <dc:creator>InfoScry fixture generator</dc:creator>
  <cp:lastModifiedBy>InfoScry fixture generator</cp:lastModifiedBy>
  <dcterms:modified xsi:type="dcterms:W3CDTF">2020-01-01T00:00:00Z</dcterms:modified>
  <cp:revision>1</cp:revision>
</cp:coreProperties>
</file>